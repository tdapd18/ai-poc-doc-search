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지난 결산에서 E101, E207 오류가 각 1회 발생했다. 실행 전 점검 항목을 체크리스트로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2026년 10월 월말 결산 킥오프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계리평가팀 · 재무팀 합동 (가상 자료)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결산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10월 30일 결산용 계약 데이터 마감</a:t>
            </a:r>
          </a:p>
          <a:p>
            <a:r>
              <a:t>11월 2일 RAFM 모델 실행 시작</a:t>
            </a:r>
          </a:p>
          <a:p>
            <a:r>
              <a:t>11월 4일 모델 실행 결과 확인 및 결산 검증</a:t>
            </a:r>
          </a:p>
          <a:p>
            <a:r>
              <a:t>11월 6일 결산 검증 결과 보고서 제출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RAFM 모델 실행 오류 사전 점검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입력 파일 날짜 접미사와 도착 여부 확인(E101 예방)</a:t>
            </a:r>
          </a:p>
          <a:p>
            <a:r>
              <a:t>가정 테이블 버전 확인</a:t>
            </a:r>
          </a:p>
          <a:p>
            <a:r>
              <a:t>동시 실행 작업 수 확인(E207 메모리 부족 예방)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GoC 변동 분석 기준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7863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</a:tblGrid>
              <a:tr h="54864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기준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CSM 변동률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전월 대비 ±5% 초과 시 변동 사유서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변동 금액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5억원 이상 우선 분석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롤포워드 오차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1백만원 이내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역할 분담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계리평가팀: 모델 실행, 결산 검증, 변동 분석</a:t>
            </a:r>
          </a:p>
          <a:p>
            <a:r>
              <a:t>재무팀: 데이터 마감, 인터페이스 대사, 재무제표 확정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